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9" r:id="rId5"/>
    <p:sldId id="260" r:id="rId6"/>
    <p:sldId id="294" r:id="rId7"/>
    <p:sldId id="296" r:id="rId8"/>
    <p:sldId id="297" r:id="rId9"/>
    <p:sldId id="293" r:id="rId10"/>
  </p:sldIdLst>
  <p:sldSz cx="12192000" cy="6858000"/>
  <p:notesSz cx="6858000" cy="9144000"/>
  <p:embeddedFontLst>
    <p:embeddedFont>
      <p:font typeface="Calibri" panose="020F0502020204030204"/>
      <p:regular r:id="rId14"/>
      <p:bold r:id="rId15"/>
      <p:italic r:id="rId16"/>
      <p:boldItalic r:id="rId17"/>
    </p:embeddedFont>
    <p:embeddedFont>
      <p:font typeface="Work Sans"/>
      <p:bold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595"/>
        <p:guide pos="3840"/>
        <p:guide orient="horz" pos="152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font" Target="fonts/font6.fntdata"/><Relationship Id="rId18" Type="http://schemas.openxmlformats.org/officeDocument/2006/relationships/font" Target="fonts/font5.fntdata"/><Relationship Id="rId17" Type="http://schemas.openxmlformats.org/officeDocument/2006/relationships/font" Target="fonts/font4.fntdata"/><Relationship Id="rId16" Type="http://schemas.openxmlformats.org/officeDocument/2006/relationships/font" Target="fonts/font3.fntdata"/><Relationship Id="rId15" Type="http://schemas.openxmlformats.org/officeDocument/2006/relationships/font" Target="fonts/font2.fntdata"/><Relationship Id="rId14" Type="http://schemas.openxmlformats.org/officeDocument/2006/relationships/font" Target="fonts/font1.fntdata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1" name="Google Shape;91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638139c8e_0_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9638139c8e_0_6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0" name="Google Shape;120;g39638139c8e_0_6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638139c8e_0_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9638139c8e_0_6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0" name="Google Shape;120;g39638139c8e_0_6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8" name="Google Shape;348;p3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En blanco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4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4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Diapositiva de título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5"/>
          <p:cNvSpPr txBox="1"/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35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5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5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ítulo y objetos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6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6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6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6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Encabezado de sección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7"/>
          <p:cNvSpPr txBox="1"/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37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7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7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Dos objetos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8"/>
          <p:cNvSpPr txBox="1"/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8"/>
          <p:cNvSpPr txBox="1"/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8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8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8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ación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9"/>
          <p:cNvSpPr txBox="1"/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7" name="Google Shape;47;p39"/>
          <p:cNvSpPr txBox="1"/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9"/>
          <p:cNvSpPr txBox="1"/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9" name="Google Shape;49;p39"/>
          <p:cNvSpPr txBox="1"/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39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9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9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Solo el título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0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0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0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ido con título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1"/>
          <p:cNvSpPr txBox="1"/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1"/>
          <p:cNvSpPr txBox="1"/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41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1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1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Imagen con título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2"/>
          <p:cNvSpPr/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2"/>
          <p:cNvSpPr txBox="1"/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42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2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2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ítulo y texto vertical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3"/>
          <p:cNvSpPr txBox="1"/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3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Título vertical y texto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4"/>
          <p:cNvSpPr txBox="1"/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4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4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5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5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5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3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3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33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3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963672" y="2551837"/>
            <a:ext cx="6453600" cy="156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r>
              <a:rPr lang="en-US" sz="5400" b="1" i="0" u="none" strike="noStrike" cap="non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Elite Games</a:t>
            </a:r>
            <a:endParaRPr sz="1400" b="1" i="0" u="none" strike="noStrike" cap="non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Work Sans"/>
              <a:buNone/>
            </a:pPr>
            <a:endParaRPr lang="en-US" sz="1400" b="1" i="0" u="none" strike="noStrike" cap="non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Work Sans"/>
              <a:buNone/>
            </a:pPr>
            <a:r>
              <a:rPr lang="en-US" sz="1400" b="1" i="0" u="none" strike="noStrike" cap="non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Miguel Angel Galvis Corredor</a:t>
            </a:r>
            <a:endParaRPr lang="en-US" sz="1400" b="1" i="0" u="none" strike="noStrike" cap="non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Work Sans"/>
              <a:buNone/>
            </a:pPr>
            <a:r>
              <a:rPr lang="en-US" sz="1400" b="1" i="0" u="none" strike="noStrike" cap="non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Santiago Palacio Pertuz</a:t>
            </a:r>
            <a:endParaRPr sz="1400" b="1" i="0" u="none" strike="noStrike" cap="non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679825" y="5877550"/>
            <a:ext cx="23844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Trimestre I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" name="Imagen 0" descr="elite_games_isotipo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19870" y="4379595"/>
            <a:ext cx="2828925" cy="14979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/>
          <p:nvPr/>
        </p:nvSpPr>
        <p:spPr>
          <a:xfrm>
            <a:off x="3240241" y="1716743"/>
            <a:ext cx="54723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lang="en-US" sz="6000" b="1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sz="7200" b="1" u="none" strike="noStrike" cap="non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15" name="Google Shape;115;p3"/>
          <p:cNvCxnSpPr/>
          <p:nvPr/>
        </p:nvCxnSpPr>
        <p:spPr>
          <a:xfrm>
            <a:off x="3454685" y="3641608"/>
            <a:ext cx="52578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6" name="Google Shape;116;p3"/>
          <p:cNvSpPr/>
          <p:nvPr/>
        </p:nvSpPr>
        <p:spPr>
          <a:xfrm>
            <a:off x="3288350" y="4302000"/>
            <a:ext cx="5424300" cy="14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US" sz="1050">
                <a:solidFill>
                  <a:schemeClr val="dk1"/>
                </a:solidFill>
              </a:rPr>
              <a:t> </a:t>
            </a:r>
            <a:endParaRPr sz="13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638139c8e_0_6"/>
          <p:cNvSpPr txBox="1"/>
          <p:nvPr/>
        </p:nvSpPr>
        <p:spPr>
          <a:xfrm>
            <a:off x="3604050" y="296875"/>
            <a:ext cx="49839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sz="7200" b="1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23" name="Google Shape;123;g39638139c8e_0_6"/>
          <p:cNvSpPr txBox="1"/>
          <p:nvPr/>
        </p:nvSpPr>
        <p:spPr>
          <a:xfrm>
            <a:off x="2192975" y="2761125"/>
            <a:ext cx="8153700" cy="24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2150">
                <a:solidFill>
                  <a:schemeClr val="dk1"/>
                </a:solidFill>
              </a:rPr>
              <a:t>Desarrollar una plataforma web de venta de videojuegos que integre múltiples proveedores como PlayStation, Xbox y PC, permitiendo a los usuarios explorar un catálogo completo, comparar precios, gestionar sus compras y realizar pagos de forma segura, con el fin de centralizar la oferta de juegos en línea y ofrecer una experiencia de compra moderna, confiable y accesible para todos los tipos de gamers.</a:t>
            </a:r>
            <a:endParaRPr sz="2150">
              <a:solidFill>
                <a:schemeClr val="dk1"/>
              </a:solidFill>
            </a:endParaRPr>
          </a:p>
        </p:txBody>
      </p:sp>
      <p:cxnSp>
        <p:nvCxnSpPr>
          <p:cNvPr id="124" name="Google Shape;124;g39638139c8e_0_6"/>
          <p:cNvCxnSpPr/>
          <p:nvPr/>
        </p:nvCxnSpPr>
        <p:spPr>
          <a:xfrm>
            <a:off x="3467110" y="2375658"/>
            <a:ext cx="52578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/>
          <p:nvPr/>
        </p:nvSpPr>
        <p:spPr>
          <a:xfrm>
            <a:off x="3240241" y="1716743"/>
            <a:ext cx="5472300" cy="193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lang="en-US" sz="6000" b="1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Objetivo </a:t>
            </a:r>
            <a:r>
              <a:rPr lang="es-ES" altLang="en-US" sz="6000" b="1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Especifico</a:t>
            </a:r>
            <a:endParaRPr lang="es-ES" altLang="en-US" sz="6000" b="1" u="none" strike="noStrike" cap="non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15" name="Google Shape;115;p3"/>
          <p:cNvCxnSpPr/>
          <p:nvPr/>
        </p:nvCxnSpPr>
        <p:spPr>
          <a:xfrm>
            <a:off x="3454685" y="3641608"/>
            <a:ext cx="52578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6" name="Google Shape;116;p3"/>
          <p:cNvSpPr/>
          <p:nvPr/>
        </p:nvSpPr>
        <p:spPr>
          <a:xfrm>
            <a:off x="3288350" y="4302000"/>
            <a:ext cx="5424300" cy="14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US" sz="1050">
                <a:solidFill>
                  <a:schemeClr val="dk1"/>
                </a:solidFill>
              </a:rPr>
              <a:t> </a:t>
            </a:r>
            <a:endParaRPr sz="13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638139c8e_0_6"/>
          <p:cNvSpPr txBox="1"/>
          <p:nvPr/>
        </p:nvSpPr>
        <p:spPr>
          <a:xfrm>
            <a:off x="3739940" y="46050"/>
            <a:ext cx="4983900" cy="202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Objetivo </a:t>
            </a:r>
            <a:r>
              <a:rPr lang="es-ES" altLang="en-US" sz="6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Especifico</a:t>
            </a:r>
            <a:endParaRPr lang="es-ES" altLang="en-US" sz="6000" b="1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23" name="Google Shape;123;g39638139c8e_0_6"/>
          <p:cNvSpPr txBox="1"/>
          <p:nvPr/>
        </p:nvSpPr>
        <p:spPr>
          <a:xfrm>
            <a:off x="2123440" y="2268855"/>
            <a:ext cx="8522335" cy="356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altLang="es-ES" sz="1600">
                <a:solidFill>
                  <a:schemeClr val="dk1"/>
                </a:solidFill>
              </a:rPr>
              <a:t>Gestionar el m</a:t>
            </a:r>
            <a:r>
              <a:rPr lang="en-US" altLang="en-US" sz="1600">
                <a:solidFill>
                  <a:schemeClr val="dk1"/>
                </a:solidFill>
              </a:rPr>
              <a:t>ó</a:t>
            </a:r>
            <a:r>
              <a:rPr lang="en-US" altLang="es-ES" sz="1600">
                <a:solidFill>
                  <a:schemeClr val="dk1"/>
                </a:solidFill>
              </a:rPr>
              <a:t>dulo de cat</a:t>
            </a:r>
            <a:r>
              <a:rPr lang="en-US" altLang="en-US" sz="1600">
                <a:solidFill>
                  <a:schemeClr val="dk1"/>
                </a:solidFill>
              </a:rPr>
              <a:t>á</a:t>
            </a:r>
            <a:r>
              <a:rPr lang="en-US" altLang="es-ES" sz="1600">
                <a:solidFill>
                  <a:schemeClr val="dk1"/>
                </a:solidFill>
              </a:rPr>
              <a:t>logo de videojuegos de la plataforma, permitiendo a los proveedores registrar, actualizar y organizar los juegos disponibles por plataforma (PlayStation, Xbox, PC) con su informaci</a:t>
            </a:r>
            <a:r>
              <a:rPr lang="en-US" altLang="en-US" sz="1600">
                <a:solidFill>
                  <a:schemeClr val="dk1"/>
                </a:solidFill>
              </a:rPr>
              <a:t>ó</a:t>
            </a:r>
            <a:r>
              <a:rPr lang="en-US" altLang="es-ES" sz="1600">
                <a:solidFill>
                  <a:schemeClr val="dk1"/>
                </a:solidFill>
              </a:rPr>
              <a:t>n, precio e im</a:t>
            </a:r>
            <a:r>
              <a:rPr lang="en-US" altLang="en-US" sz="1600">
                <a:solidFill>
                  <a:schemeClr val="dk1"/>
                </a:solidFill>
              </a:rPr>
              <a:t>á</a:t>
            </a:r>
            <a:r>
              <a:rPr lang="en-US" altLang="es-ES" sz="1600">
                <a:solidFill>
                  <a:schemeClr val="dk1"/>
                </a:solidFill>
              </a:rPr>
              <a:t>genes.</a:t>
            </a:r>
            <a:endParaRPr lang="en-US" altLang="es-ES"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altLang="es-ES" sz="1600">
                <a:solidFill>
                  <a:schemeClr val="dk1"/>
                </a:solidFill>
              </a:rPr>
              <a:t>Gestionar el m</a:t>
            </a:r>
            <a:r>
              <a:rPr lang="en-US" altLang="en-US" sz="1600">
                <a:solidFill>
                  <a:schemeClr val="dk1"/>
                </a:solidFill>
              </a:rPr>
              <a:t>ó</a:t>
            </a:r>
            <a:r>
              <a:rPr lang="en-US" altLang="es-ES" sz="1600">
                <a:solidFill>
                  <a:schemeClr val="dk1"/>
                </a:solidFill>
              </a:rPr>
              <a:t>dulo de ventas y pagos dentro de la plataforma, optimizando el proceso de compra de videojuegos mediante m</a:t>
            </a:r>
            <a:r>
              <a:rPr lang="en-US" altLang="en-US" sz="1600">
                <a:solidFill>
                  <a:schemeClr val="dk1"/>
                </a:solidFill>
              </a:rPr>
              <a:t>é</a:t>
            </a:r>
            <a:r>
              <a:rPr lang="en-US" altLang="es-ES" sz="1600">
                <a:solidFill>
                  <a:schemeClr val="dk1"/>
                </a:solidFill>
              </a:rPr>
              <a:t>todos de pago seguros que brinden rapidez, confianza y facilidad al gamer.</a:t>
            </a:r>
            <a:endParaRPr lang="en-US" altLang="es-ES"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altLang="es-ES" sz="1600">
                <a:solidFill>
                  <a:schemeClr val="dk1"/>
                </a:solidFill>
              </a:rPr>
              <a:t>Administrar el m</a:t>
            </a:r>
            <a:r>
              <a:rPr lang="en-US" altLang="en-US" sz="1600">
                <a:solidFill>
                  <a:schemeClr val="dk1"/>
                </a:solidFill>
              </a:rPr>
              <a:t>ó</a:t>
            </a:r>
            <a:r>
              <a:rPr lang="en-US" altLang="es-ES" sz="1600">
                <a:solidFill>
                  <a:schemeClr val="dk1"/>
                </a:solidFill>
              </a:rPr>
              <a:t>dulo de carrito de compras del sistema, facilitando la selecci</a:t>
            </a:r>
            <a:r>
              <a:rPr lang="en-US" altLang="en-US" sz="1600">
                <a:solidFill>
                  <a:schemeClr val="dk1"/>
                </a:solidFill>
              </a:rPr>
              <a:t>ó</a:t>
            </a:r>
            <a:r>
              <a:rPr lang="en-US" altLang="es-ES" sz="1600">
                <a:solidFill>
                  <a:schemeClr val="dk1"/>
                </a:solidFill>
              </a:rPr>
              <a:t>n, modificaci</a:t>
            </a:r>
            <a:r>
              <a:rPr lang="en-US" altLang="en-US" sz="1600">
                <a:solidFill>
                  <a:schemeClr val="dk1"/>
                </a:solidFill>
              </a:rPr>
              <a:t>ó</a:t>
            </a:r>
            <a:r>
              <a:rPr lang="en-US" altLang="es-ES" sz="1600">
                <a:solidFill>
                  <a:schemeClr val="dk1"/>
                </a:solidFill>
              </a:rPr>
              <a:t>n y revisi</a:t>
            </a:r>
            <a:r>
              <a:rPr lang="en-US" altLang="en-US" sz="1600">
                <a:solidFill>
                  <a:schemeClr val="dk1"/>
                </a:solidFill>
              </a:rPr>
              <a:t>ó</a:t>
            </a:r>
            <a:r>
              <a:rPr lang="en-US" altLang="es-ES" sz="1600">
                <a:solidFill>
                  <a:schemeClr val="dk1"/>
                </a:solidFill>
              </a:rPr>
              <a:t>n de los juegos elegidos por el usuario antes de finalizar su pedido.</a:t>
            </a:r>
            <a:endParaRPr lang="en-US" altLang="es-ES"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altLang="es-ES" sz="1600">
                <a:solidFill>
                  <a:schemeClr val="dk1"/>
                </a:solidFill>
              </a:rPr>
              <a:t>Gestionar y validar el m</a:t>
            </a:r>
            <a:r>
              <a:rPr lang="en-US" altLang="en-US" sz="1600">
                <a:solidFill>
                  <a:schemeClr val="dk1"/>
                </a:solidFill>
              </a:rPr>
              <a:t>ó</a:t>
            </a:r>
            <a:r>
              <a:rPr lang="en-US" altLang="es-ES" sz="1600">
                <a:solidFill>
                  <a:schemeClr val="dk1"/>
                </a:solidFill>
              </a:rPr>
              <a:t>dulo de soporte al cliente de la plataforma, permitiendo registrar, dar seguimiento y resolver los tickets abiertos por los usuarios relacionados con compras, claves de juegos o problemas de acceso.</a:t>
            </a:r>
            <a:endParaRPr lang="en-US" altLang="es-ES" sz="1600">
              <a:solidFill>
                <a:schemeClr val="dk1"/>
              </a:solidFill>
            </a:endParaRPr>
          </a:p>
        </p:txBody>
      </p:sp>
      <p:cxnSp>
        <p:nvCxnSpPr>
          <p:cNvPr id="124" name="Google Shape;124;g39638139c8e_0_6"/>
          <p:cNvCxnSpPr/>
          <p:nvPr/>
        </p:nvCxnSpPr>
        <p:spPr>
          <a:xfrm>
            <a:off x="3466475" y="2074668"/>
            <a:ext cx="52578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/>
          <p:nvPr/>
        </p:nvSpPr>
        <p:spPr>
          <a:xfrm>
            <a:off x="3239606" y="2142193"/>
            <a:ext cx="5472300" cy="2059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lang="en-US" altLang="es-ES" sz="3200" b="1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Casos de uso y formato de especificaci</a:t>
            </a:r>
            <a:r>
              <a:rPr lang="en-US" altLang="en-US" sz="3200" b="1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ó</a:t>
            </a:r>
            <a:r>
              <a:rPr lang="en-US" altLang="es-ES" sz="3200" b="1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n de casos de uso</a:t>
            </a:r>
            <a:endParaRPr lang="en-US" altLang="es-ES" sz="3200" b="1" u="none" strike="noStrike" cap="non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endParaRPr lang="en-US" altLang="es-ES" sz="3200" b="1" u="none" strike="noStrike" cap="non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15" name="Google Shape;115;p3"/>
          <p:cNvCxnSpPr/>
          <p:nvPr/>
        </p:nvCxnSpPr>
        <p:spPr>
          <a:xfrm>
            <a:off x="3454685" y="3641608"/>
            <a:ext cx="52578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6" name="Google Shape;116;p3"/>
          <p:cNvSpPr/>
          <p:nvPr/>
        </p:nvSpPr>
        <p:spPr>
          <a:xfrm>
            <a:off x="3288350" y="4302000"/>
            <a:ext cx="5424300" cy="14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US" sz="1050">
                <a:solidFill>
                  <a:schemeClr val="dk1"/>
                </a:solidFill>
              </a:rPr>
              <a:t> </a:t>
            </a:r>
            <a:endParaRPr sz="13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1427</Words>
  <Application>WPS Presentation</Application>
  <PresentationFormat/>
  <Paragraphs>31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SimSun</vt:lpstr>
      <vt:lpstr>Wingdings</vt:lpstr>
      <vt:lpstr>Arial</vt:lpstr>
      <vt:lpstr>Calibri</vt:lpstr>
      <vt:lpstr>Work Sans</vt:lpstr>
      <vt:lpstr>Work Sans Light</vt:lpstr>
      <vt:lpstr>Microsoft YaHei</vt:lpstr>
      <vt:lpstr>Arial Unicode MS</vt:lpstr>
      <vt:lpstr>Times New Roman</vt:lpstr>
      <vt:lpstr>Cambria</vt:lpstr>
      <vt:lpstr>Tema de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Enrique Pedraza Sanchez</dc:creator>
  <cp:lastModifiedBy>Santiago Pertuz</cp:lastModifiedBy>
  <cp:revision>2</cp:revision>
  <dcterms:created xsi:type="dcterms:W3CDTF">2026-05-29T01:17:26Z</dcterms:created>
  <dcterms:modified xsi:type="dcterms:W3CDTF">2026-05-29T01:31:06Z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  <property fmtid="{D5CDD505-2E9C-101B-9397-08002B2CF9AE}" pid="9" name="ICV">
    <vt:lpwstr>A5768C1851C94C43BFE6F60DBBF7045E_13</vt:lpwstr>
  </property>
  <property fmtid="{D5CDD505-2E9C-101B-9397-08002B2CF9AE}" pid="10" name="KSOProductBuildVer">
    <vt:lpwstr>3082-12.1.0.26372</vt:lpwstr>
  </property>
</Properties>
</file>