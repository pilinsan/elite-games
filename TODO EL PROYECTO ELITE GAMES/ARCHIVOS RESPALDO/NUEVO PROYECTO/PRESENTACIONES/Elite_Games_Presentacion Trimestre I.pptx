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embeddedFontLst>
    <p:embeddedFont>
      <p:font typeface="Calibri" panose="020F0502020204030204"/>
      <p:regular r:id="rId45"/>
      <p:bold r:id="rId46"/>
      <p:italic r:id="rId47"/>
      <p:boldItalic r:id="rId48"/>
    </p:embeddedFont>
    <p:embeddedFont>
      <p:font typeface="Work Sans"/>
      <p:bold r:id="rId49"/>
      <p:boldItalic r:id="rId50"/>
    </p:embeddedFont>
    <p:embeddedFont>
      <p:font typeface="Work Sans Light"/>
      <p:regular r:id="rId51"/>
      <p:bold r:id="rId52"/>
      <p:italic r:id="rId53"/>
      <p:boldItalic r:id="rId54"/>
    </p:embeddedFont>
    <p:embeddedFont>
      <p:font typeface="Cambria" panose="02040503050406030204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34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85749F-F9AF-4DC9-B060-3C9847C93A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634"/>
        <p:guide pos="3842"/>
        <p:guide orient="horz" pos="18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font" Target="fonts/font14.fntdata"/><Relationship Id="rId57" Type="http://schemas.openxmlformats.org/officeDocument/2006/relationships/font" Target="fonts/font13.fntdata"/><Relationship Id="rId56" Type="http://schemas.openxmlformats.org/officeDocument/2006/relationships/font" Target="fonts/font12.fntdata"/><Relationship Id="rId55" Type="http://schemas.openxmlformats.org/officeDocument/2006/relationships/font" Target="fonts/font11.fntdata"/><Relationship Id="rId54" Type="http://schemas.openxmlformats.org/officeDocument/2006/relationships/font" Target="fonts/font10.fntdata"/><Relationship Id="rId53" Type="http://schemas.openxmlformats.org/officeDocument/2006/relationships/font" Target="fonts/font9.fntdata"/><Relationship Id="rId52" Type="http://schemas.openxmlformats.org/officeDocument/2006/relationships/font" Target="fonts/font8.fntdata"/><Relationship Id="rId51" Type="http://schemas.openxmlformats.org/officeDocument/2006/relationships/font" Target="fonts/font7.fntdata"/><Relationship Id="rId50" Type="http://schemas.openxmlformats.org/officeDocument/2006/relationships/font" Target="fonts/font6.fntdata"/><Relationship Id="rId5" Type="http://schemas.openxmlformats.org/officeDocument/2006/relationships/slide" Target="slides/slide2.xml"/><Relationship Id="rId49" Type="http://schemas.openxmlformats.org/officeDocument/2006/relationships/font" Target="fonts/font5.fntdata"/><Relationship Id="rId48" Type="http://schemas.openxmlformats.org/officeDocument/2006/relationships/font" Target="fonts/font4.fntdata"/><Relationship Id="rId47" Type="http://schemas.openxmlformats.org/officeDocument/2006/relationships/font" Target="fonts/font3.fntdata"/><Relationship Id="rId46" Type="http://schemas.openxmlformats.org/officeDocument/2006/relationships/font" Target="fonts/font2.fntdata"/><Relationship Id="rId45" Type="http://schemas.openxmlformats.org/officeDocument/2006/relationships/font" Target="fonts/font1.fntdata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638139c8e_0_1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g39638139c8e_0_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638139c8e_0_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638139c8e_0_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g39638139c8e_0_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62aaf7328_0_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62aaf7328_0_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g3962aaf7328_0_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62aaf7328_0_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62aaf7328_0_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g3962aaf7328_0_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62aaf7328_0_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62aaf7328_0_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g3962aaf7328_0_9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1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62aaf7328_0_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62aaf7328_0_1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g3962aaf7328_0_1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1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2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2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p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8" name="Google Shape;308;p2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0" name="Google Shape;330;p2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3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8" name="Google Shape;348;p3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1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00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lang="en-US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Elite Games</a:t>
            </a:r>
            <a:endParaRPr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endParaRPr lang="en-US"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Angel Galvis Corredor</a:t>
            </a:r>
            <a:endParaRPr lang="en-US"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Santiago Palacio Pertuz</a:t>
            </a:r>
            <a:endParaRPr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Trimestre I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Imagen 0" descr="elite_games_isotip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9870" y="4379595"/>
            <a:ext cx="2828925" cy="1497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638139c8e_0_15"/>
          <p:cNvSpPr txBox="1"/>
          <p:nvPr/>
        </p:nvSpPr>
        <p:spPr>
          <a:xfrm>
            <a:off x="3150541" y="24592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</a:pPr>
            <a:r>
              <a:rPr lang="en-US" sz="60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¿Qué buscamos?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endParaRPr sz="60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1" name="Google Shape;101;g39638139c8e_0_15"/>
          <p:cNvCxnSpPr/>
          <p:nvPr/>
        </p:nvCxnSpPr>
        <p:spPr>
          <a:xfrm>
            <a:off x="3281910" y="342900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g39638139c8e_0_15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0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3089779" y="300079"/>
            <a:ext cx="628282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¿Qué buscamos?</a:t>
            </a:r>
            <a:endParaRPr sz="72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 flipH="1">
            <a:off x="3575228" y="1315742"/>
            <a:ext cx="5678839" cy="22314"/>
          </a:xfrm>
          <a:prstGeom prst="straightConnector1">
            <a:avLst/>
          </a:prstGeom>
          <a:noFill/>
          <a:ln w="12700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2"/>
          <p:cNvSpPr txBox="1"/>
          <p:nvPr/>
        </p:nvSpPr>
        <p:spPr>
          <a:xfrm>
            <a:off x="3508415" y="1677257"/>
            <a:ext cx="5034451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 proyecto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Elite Games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busca convertirse en la plataforma de referencia para la venta de videojuegos en línea, conectando a los usuarios con un catálogo amplio y actualizado de títulos para PlayStation, Xbox, PC y otras plataformas. Se quiere ofrecer un espacio donde cualquier persona pueda explorar, comparar y comprar juegos de forma fácil, rápida y segura, con múltiples proveedores integrados en un solo lugar.</a:t>
            </a:r>
            <a:endParaRPr 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También se busca fortalecer la relación con los jugadores, ofreciendo filtros por género, plataforma y precio, así como reseñas y recomendaciones personalizadas. El objetivo a largo plazo es crecer como marketplace de videojuegos, dándole visibilidad a distintos proveedores y generando una comunidad activa de gamers que encuentren todo lo que necesitan en un solo sitio.</a:t>
            </a:r>
            <a:endParaRPr lang="en-US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3240241" y="17167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n-US" sz="60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3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0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38139c8e_0_6"/>
          <p:cNvSpPr txBox="1"/>
          <p:nvPr/>
        </p:nvSpPr>
        <p:spPr>
          <a:xfrm>
            <a:off x="3604050" y="296875"/>
            <a:ext cx="4983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3" name="Google Shape;123;g39638139c8e_0_6"/>
          <p:cNvSpPr txBox="1"/>
          <p:nvPr/>
        </p:nvSpPr>
        <p:spPr>
          <a:xfrm>
            <a:off x="2192975" y="2761125"/>
            <a:ext cx="8153700" cy="24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2150">
                <a:solidFill>
                  <a:schemeClr val="dk1"/>
                </a:solidFill>
              </a:rPr>
              <a:t>Desarrollar una plataforma web de venta de videojuegos que integre múltiples proveedores como PlayStation, Xbox y PC, permitiendo a los usuarios explorar un catálogo completo, comparar precios, gestionar sus compras y realizar pagos de forma segura, con el fin de centralizar la oferta de juegos en línea y ofrecer una experiencia de compra moderna, confiable y accesible para todos los tipos de gamers.</a:t>
            </a:r>
            <a:endParaRPr sz="2150">
              <a:solidFill>
                <a:schemeClr val="dk1"/>
              </a:solidFill>
            </a:endParaRPr>
          </a:p>
        </p:txBody>
      </p:sp>
      <p:cxnSp>
        <p:nvCxnSpPr>
          <p:cNvPr id="124" name="Google Shape;124;g39638139c8e_0_6"/>
          <p:cNvCxnSpPr/>
          <p:nvPr/>
        </p:nvCxnSpPr>
        <p:spPr>
          <a:xfrm>
            <a:off x="3467110" y="237565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3372828" y="3259002"/>
            <a:ext cx="7015772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Administradores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Gestionan y actualizan la plataforma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Proveedores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Publican y gestionan juegos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Clientes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Exploran el catálogo de juegos</a:t>
            </a:r>
            <a:endParaRPr>
              <a:solidFill>
                <a:schemeClr val="lt1"/>
              </a:solidFill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Realizan compras</a:t>
            </a:r>
            <a:endParaRPr>
              <a:solidFill>
                <a:schemeClr val="lt1"/>
              </a:solidFill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Acceden al soporte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2761509" y="1006802"/>
            <a:ext cx="675178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n-US" sz="60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Usuarios del sistema</a:t>
            </a:r>
            <a:endParaRPr sz="72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5078347" y="2860026"/>
            <a:ext cx="22476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4655787" y="6006432"/>
            <a:ext cx="56728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2761509" y="1006802"/>
            <a:ext cx="752693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Problema que resuelve</a:t>
            </a:r>
            <a:endParaRPr lang="en-US" sz="6000" b="1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>
            <a:off x="5098297" y="2132369"/>
            <a:ext cx="22476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5"/>
          <p:cNvSpPr/>
          <p:nvPr/>
        </p:nvSpPr>
        <p:spPr>
          <a:xfrm>
            <a:off x="2415984" y="2740408"/>
            <a:ext cx="84774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 proyecto busca resolver la dificultad que tienen los gamers para encontrar videojuegos de distintas plataformas en un solo lugar, sin tener que visitar múltiples tiendas o páginas dispersas. La falta de un marketplace centralizado genera pérdida de tiempo, precios poco transparentes y poca confianza al comprar en línea. Elite Games propone una plataforma que reúna a varios proveedores de PlayStation, Xbox, PC y más, facilitando la búsqueda, comparación y compra de juegos de manera simple y segura.</a:t>
            </a:r>
            <a:endParaRPr lang="en-US" sz="18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2010525" y="5094638"/>
            <a:ext cx="8170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2761509" y="1006802"/>
            <a:ext cx="631628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Solución Propuesta</a:t>
            </a:r>
            <a:endParaRPr lang="en-US" sz="6000" b="1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2761509" y="1913467"/>
            <a:ext cx="6316281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" name="Google Shape;147;p6"/>
          <p:cNvSpPr/>
          <p:nvPr/>
        </p:nvSpPr>
        <p:spPr>
          <a:xfrm>
            <a:off x="1004150" y="2325750"/>
            <a:ext cx="9831000" cy="31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 solución consiste en desarrollar una plataforma web para la venta de videojuegos que funcione como un marketplace, donde múltiples proveedores puedan publicar su catálogo de títulos para PlayStation, Xbox, PC y otras plataformas. Los usuarios podrán registrarse, explorar el catálogo con filtros por género y plataforma, agregar juegos al carrito y comprar de forma segura.</a:t>
            </a:r>
            <a:endParaRPr lang="en-US" sz="18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 sistema tendrá un panel administrativo para que los proveedores gestionen sus productos, precios y disponibilidad en tiempo real. También contará con un módulo de soporte que permita a los usuarios resolver dudas sobre sus compras o pedidos de manera ágil.</a:t>
            </a:r>
            <a:endParaRPr lang="en-US" sz="18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 esta plataforma se busca centralizar la oferta de videojuegos en línea, mejorar la experiencia de compra de los gamers, dar mayor visibilidad a los proveedores y posicionar a Elite Games como el punto de referencia para comprar juegos digitales.</a:t>
            </a:r>
            <a:endParaRPr lang="en-US" sz="18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1377380" y="2226068"/>
            <a:ext cx="9437239" cy="299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 proyecto contempla el desarrollo de los módulos principales de la plataforma: registro y autenticación de usuarios, catálogo de videojuegos con filtros por plataforma y género, carrito de compras, métodos de pago seguros, gestión de proveedores y soporte al cliente. Estos módulos cubrirán las necesidades básicas tanto de los compradores como de los proveedores que publiquen sus juegos en Elite Games.</a:t>
            </a:r>
            <a:endParaRPr lang="en-US" sz="18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 alcance definido asegura que el proyecto sea viable en el tiempo estimado, entregando una plataforma funcional, estable y lista para conectar a gamers con proveedores de videojuegos de manera eficiente y confiable.</a:t>
            </a:r>
            <a:endParaRPr lang="en-US" sz="18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2761509" y="1006802"/>
            <a:ext cx="667714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Alcance del Proyecto</a:t>
            </a:r>
            <a:endParaRPr lang="en-US" sz="6000" b="1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2871563" y="2022465"/>
            <a:ext cx="663650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4973028" y="1226952"/>
            <a:ext cx="701577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</a:t>
            </a: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inicio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4214273" y="232575"/>
            <a:ext cx="346947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2" name="Google Shape;162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47188" y="1895870"/>
            <a:ext cx="7897624" cy="398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4825239" y="1223852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Módulo carrito de compras</a:t>
            </a:r>
            <a:endParaRPr lang="en-US" sz="1800" b="0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 BPMN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0" name="Google Shape;170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07609" y="2288284"/>
            <a:ext cx="9709346" cy="33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Módulo de pagos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 BPMN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77" name="Google Shape;177;p10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8" name="Google Shape;178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892955" y="1895870"/>
            <a:ext cx="6479645" cy="465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Módulo de productos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 BPMN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85" name="Google Shape;185;p11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6" name="Google Shape;18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10422" y="2083757"/>
            <a:ext cx="8208306" cy="299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Módulo de soporte técnico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 BPMN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93" name="Google Shape;193;p12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4" name="Google Shape;19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07951" y="1797579"/>
            <a:ext cx="7327115" cy="441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Diagrama completo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3024262" y="154779"/>
            <a:ext cx="57556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Diagramas BPMN</a:t>
            </a:r>
            <a:endParaRPr sz="6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01" name="Google Shape;201;p13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2" name="Google Shape;202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42067" y="1657003"/>
            <a:ext cx="7196665" cy="5046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241160"/>
            <a:ext cx="12192001" cy="7099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962aaf7328_0_1" title="gestion de catalogo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398688"/>
            <a:ext cx="12192000" cy="60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g3962aaf7328_0_5" title="caso de uso usuario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318675"/>
            <a:ext cx="12117750" cy="53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962aaf7328_0_5"/>
          <p:cNvSpPr txBox="1"/>
          <p:nvPr/>
        </p:nvSpPr>
        <p:spPr>
          <a:xfrm>
            <a:off x="3807775" y="418650"/>
            <a:ext cx="46749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GESTIÓN</a:t>
            </a:r>
            <a:r>
              <a:rPr lang="en-US" sz="37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USUARIOS</a:t>
            </a:r>
            <a:endParaRPr sz="3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962aaf7328_0_9" title="PQR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97863" y="894975"/>
            <a:ext cx="8636825" cy="57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962aaf7328_0_9"/>
          <p:cNvSpPr txBox="1"/>
          <p:nvPr/>
        </p:nvSpPr>
        <p:spPr>
          <a:xfrm>
            <a:off x="5260875" y="119600"/>
            <a:ext cx="15108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PQRS</a:t>
            </a:r>
            <a:endParaRPr sz="4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962aaf7328_0_13" title="CARRITO DE COMPRAS.jpg"/>
          <p:cNvPicPr preferRelativeResize="0"/>
          <p:nvPr/>
        </p:nvPicPr>
        <p:blipFill rotWithShape="1">
          <a:blip r:embed="rId1"/>
          <a:srcRect r="28571"/>
          <a:stretch>
            <a:fillRect/>
          </a:stretch>
        </p:blipFill>
        <p:spPr>
          <a:xfrm>
            <a:off x="0" y="0"/>
            <a:ext cx="9130701" cy="82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962aaf7328_0_13"/>
          <p:cNvSpPr txBox="1"/>
          <p:nvPr/>
        </p:nvSpPr>
        <p:spPr>
          <a:xfrm>
            <a:off x="3858150" y="556975"/>
            <a:ext cx="44757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CARRITO DE COMPRAS</a:t>
            </a:r>
            <a:endParaRPr sz="3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Requerimientos Funcionales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380035" y="1354666"/>
            <a:ext cx="497936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EP-001 – Módulo de Usuario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1.El sistema permitirá a los usuarios registrarse mediante correo electrónico y contraseña.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2.El sistema validará la identidad del usuario mediante un correo de verificación o código SMS.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El sistema permitirá al usuario iniciar sesión con credenciales válidas.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El sistema bloqueará temporalmente la cuenta tras 3 intentos fallidos de inicio de sesión.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El sistema permitirá al usuario recuperar la contraseña mediante un enlace seguro enviado al correo.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630334" y="1354666"/>
            <a:ext cx="6181631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EP-002 – Módulo de Catálogo de Videojuegos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El sistema permitirá al proveedor publicar nuevos juegos con nombre, descripción, precio, plataforma e imagen.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El sistema permitirá al proveedor modificar los datos de un juego publicado.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El sistema permitirá al proveedor eliminar juegos del catálogo.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El sistema mostrará a los usuarios el catálogo de juegos disponibles con filtros por plataforma, género y precio.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El sistema permitirá buscar juegos por nombre, plataforma, género o proveedor.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Requerimientos Funcionales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380035" y="1354666"/>
            <a:ext cx="4979365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EP-003 – Módulo de Métodos de Pago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1.El sistema permitirá al usuario seleccionar entre diferentes métodos de pago disponibles (tarjeta, PSE, NEQUI, etc.).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2.El sistema validará los datos ingresados por el usuario antes de procesar la transacción.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3.El sistema confirmará al usuario el éxito o fallo de la transacción.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4.El sistema registrará el historial de pagos realizados por cada usuario.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5630334" y="1354666"/>
            <a:ext cx="6181631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EP-004 – Módulo de Carrito de Compras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El sistema permitirá al usuario agregar juegos al carrito de compras.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El sistema permitirá modificar la cantidad de licencias o copias en el carrito.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El sistema permitirá eliminar juegos del carrito de compras.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4.El sistema calculará automáticamente el total de la compra con impuestos y descuentos aplicables.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3392750" y="4413402"/>
            <a:ext cx="540649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EP-005 – Módulo PQRS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El sistema permitirá al usuario abrir tickets de soporte por problemas con su compra, entrega de clave o acceso al juego.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El sistema permitirá al usuario hacer seguimiento al estado de sus tickets de soporte en tiempo real.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Requerimientos  No Funcionales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0035" y="1354666"/>
            <a:ext cx="4979365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EP-001 – Módulo de Usuario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1.Las cuentas de usuario deben protegerse con contraseñas seguras y cifradas.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2.El sistema debe enviar los correos de verificación en menos de 1 minuto.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3.La función de recuperación de contraseña debe ser fácil de usar y segura.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4.El inicio de sesión no debe tardar más de 2 segundos en responder.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5.La plataforma debe bloquear intentos fallidos para evitar accesos no autorizados.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630334" y="1354666"/>
            <a:ext cx="6181631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EP-002 – Módulo de Catálogo de Videojuegos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Los proveedores deben poder gestionar sus juegos sin que la plataforma se vuelva lenta.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2.La información del catálogo debe actualizarse en tiempo real para los usuarios.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El catálogo debe mostrarse correctamente en celulares y computadoras.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Las imágenes y capturas de los juegos deben cargarse en menos de 3 segundos.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Los filtros y búsquedas del catálogo deben entregar resultados claros y rápidos.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Requerimientos No Funcionales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380035" y="1354666"/>
            <a:ext cx="4979365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EP-003 – Módulo de Métodos de Pago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1.Los pagos deben realizarse de forma segura usando HTTPS y cifrado.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2.La validación de los datos de pago debe ser rápida y confiable.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3.Los usuarios deben recibir confirmación inmediata del pago exitoso o fallido.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4.El historial de pagos debe guardarse sin perder información.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5.El sistema debe soportar múltiples métodos de pago sin errores.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630334" y="1354666"/>
            <a:ext cx="6181631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EP-004 – Módulo de Carrito de Compras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1.Los cambios en el carrito (agregar, quitar, modificar) deben actualizarse en tiempo real.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2.El cálculo del total debe incluir impuestos y descuentos correctamente y sin retrasos.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3.El carrito debe funcionar correctamente en todos los dispositivos.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3392750" y="4413402"/>
            <a:ext cx="540649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EP-005 – Módulo PQRS</a:t>
            </a:r>
            <a:endParaRPr 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Los tickets de soporte deben registrarse de forma segura y no perderse.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Los usuarios deben poder consultar el estado de sus tickets en cualquier momento, sin retrasos.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Épicas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56236" y="1158252"/>
            <a:ext cx="8882498" cy="691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70C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EP-001 – Módulo de </a:t>
            </a:r>
            <a:r>
              <a:rPr lang="en-US" sz="1800" b="1">
                <a:solidFill>
                  <a:srgbClr val="0070C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Usuario</a:t>
            </a:r>
            <a:endParaRPr sz="1800" b="1">
              <a:solidFill>
                <a:srgbClr val="0070C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Descripción: Gestiona el proceso completo de creación de cuentas, validación de identidad y acceso seguro a la plataforma, garantizando que solo usuarios autorizados puedan ingresar.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Objetivo: Asegurar un acceso confiable y protegido, permitiendo a los usuarios administrar su información y utilizar los servicios de manera segura.</a:t>
            </a:r>
            <a:endParaRPr lang="en-US" sz="1800" b="0" i="0" u="none" strike="noStrike">
              <a:solidFill>
                <a:srgbClr val="00000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36609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EP-002 – Módulo de Catálogo de </a:t>
            </a:r>
            <a:r>
              <a:rPr lang="en-US" sz="1800" b="1">
                <a:solidFill>
                  <a:srgbClr val="36609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Videojuegos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Descripción: Gestiona el catálogo de videojuegos disponibles en la plataforma, permitiendo a los proveedores publicar, modificar y eliminar títulos para PlayStation, Xbox, PC y otras plataformas.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Objetivo: Mantener un catálogo actualizado, organizado y fácil de explorar, con información confiable sobre cada juego disponible en la tienda.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1" i="0" u="none" strike="noStrike">
                <a:solidFill>
                  <a:srgbClr val="36609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EP-003 – Módulo de Métodos de Pago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Descripción: Gestiona la integración, validación y ejecución de los distintos métodos de pago disponibles en la plataforma.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Objetivo: Asegurar transacciones seguras, rápidas y confiables para los usuarios.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Épicas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456236" y="1158252"/>
            <a:ext cx="8882498" cy="555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36609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EP-004 – Módulo de Carrito de Compras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Descripción: Gestiona la selección y acumulación de juegos por parte del usuario, permitiendo revisar y ajustar su pedido antes de proceder al pago.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Objetivo: Ofrecer una experiencia de compra fluida donde el gamer pueda agregar, quitar y revisar los juegos seleccionados antes de pagar.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1" i="0" u="none" strike="noStrike">
                <a:solidFill>
                  <a:srgbClr val="36609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EP-005 – Módulo de Soporte al Cliente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Descripción: Ofrece herramientas para que los usuarios puedan resolver dudas, reportar problemas con sus compras o claves de juegos, y solicitar asistencia directamente desde la plataforma.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Objetivo: Garantizar una comunicación eficiente entre el usuario y el equipo de soporte, mejorando la satisfacción del cliente.</a:t>
            </a: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Historias de uso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456236" y="1158252"/>
            <a:ext cx="6283231" cy="715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HU-001 – Registro de Usuario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usuario,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crear una cuenta proporcionando mis datos personales,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para acceder a la plataforma según mi rol.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Validar correo electrónico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Validar duplicidad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Enviar código de verificación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Mostrar mensajes claros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Registrar auditoría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Asignar rol automáticamente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6636902" y="1158252"/>
            <a:ext cx="6283231" cy="661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HU-002 – Explorar el Catálogo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gamer registrado,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explorar el catálogo de juegos disponibles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filtrando por plataforma, género o proveedor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Validación segura de credenciales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Mostrar juegos por plataforma (PS, Xbox, PC)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Filtrar por género y precio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 detalle de cada juego (descripción, capturas, requisitos)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Historias de uso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456236" y="1158252"/>
            <a:ext cx="6283231" cy="634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4958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HU-003 – Pago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gamer con juegos en mi carrito,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realizar el pago de forma segura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Mostrar métodos de pago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Validar método de pago seleccionado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Validar confirmación de pago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Registrar auditoría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6636902" y="1158252"/>
            <a:ext cx="6283231" cy="661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HU-004 – Carrito de compras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gamer con juegos en mi carrito,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gestionar los juegos que voy a comprar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Agregar juegos al carrito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Editar cantidades a desear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 cálculo total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Registrar auditoría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Historias de uso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456236" y="1158252"/>
            <a:ext cx="6283231" cy="620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HU-005 – Visualización de </a:t>
            </a:r>
            <a:r>
              <a:rPr lang="es-ES" alt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Video</a:t>
            </a: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Juegos</a:t>
            </a:r>
            <a:b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usuario,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ver los juegos disponibles en el catálogo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Visualización de categorías: PS, Xbox, PC y más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 descripción, capturas y requisitos de cada juego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Registrar auditoría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6636902" y="1158252"/>
            <a:ext cx="6283231" cy="729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HU-006 – Soporte</a:t>
            </a:r>
            <a:r>
              <a:rPr lang="es-ES" alt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(PQRS)</a:t>
            </a:r>
            <a:br>
              <a:rPr lang="en-US" sz="18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Como gamer con dudas sobre mis compras,</a:t>
            </a:r>
            <a:b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quiero recibir ayuda con problemas de mi pedido o clave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Criterios de aceptación: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Abrir ticket cuando sea necesario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Chat con el soporte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Opción de preguntas frecuentes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Solución pronta del problema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175895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Registrar auditoría</a:t>
            </a: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Work Sans"/>
              <a:buNone/>
            </a:pPr>
            <a:r>
              <a:rPr lang="en-US" sz="2400" b="1" u="none" strike="noStrike" cap="non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Link De La </a:t>
            </a:r>
            <a:r>
              <a:rPr lang="en-US" sz="2400" b="1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Encuesta</a:t>
            </a:r>
            <a:endParaRPr sz="9600" b="1" u="none" strike="noStrike" cap="non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456236" y="1158252"/>
            <a:ext cx="11735764" cy="265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.</a:t>
            </a: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2685987" y="-2556058"/>
            <a:ext cx="6283231" cy="344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5895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br>
              <a:rPr lang="en-US" sz="1800" b="0" i="0" u="none" strike="noStrike">
                <a:solidFill>
                  <a:srgbClr val="0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</a:br>
            <a:endParaRPr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6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s-E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FALTA REALIZAR LA ENCUESTA </a:t>
            </a:r>
            <a:endParaRPr lang="es-ES"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/>
        </p:nvSpPr>
        <p:spPr>
          <a:xfrm>
            <a:off x="635" y="6111875"/>
            <a:ext cx="6647180" cy="74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lang="en-US" sz="3600" b="1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Resumen de </a:t>
            </a:r>
            <a:r>
              <a:rPr lang="en-US" sz="36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</a:t>
            </a:r>
            <a:r>
              <a:rPr lang="en-US" sz="3600" b="1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del sistema</a:t>
            </a:r>
            <a:endParaRPr lang="en-US" sz="3600" b="1" u="none" strike="noStrike" cap="non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endParaRPr sz="3600" b="1" u="none" strike="noStrike" cap="non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344" name="Google Shape;344;p31"/>
    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s.org/drawingml/2006/table">
            <a:tbl>
              <a:tblPr>
                <a:noFill/>
                <a:tableStyleId>{0685749F-F9AF-4DC9-B060-3C9847C93AD7}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Módulo</a:t>
                      </a:r>
                      <a:endParaRPr lang="en-US"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Descripción</a:t>
                      </a: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Actor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Función Principal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Catálogo de Juegos</a:t>
                      </a: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Catálogo</a:t>
                      </a:r>
                      <a:r>
                        <a:rPr lang="es-ES" altLang="en-US" sz="1800"/>
                        <a:t> y venta</a:t>
                      </a:r>
                      <a:r>
                        <a:rPr lang="en-US" sz="1800"/>
                        <a:t> de videojuegos</a:t>
                      </a:r>
                      <a:endParaRPr lang="en-US"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alt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Proveedor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en-US" sz="1800"/>
                        <a:t>Agregar</a:t>
                      </a:r>
                      <a:r>
                        <a:rPr lang="en-US" sz="1800"/>
                        <a:t> / Editar / Eliminar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Carrito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Gestión de compra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Cliente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Agregar y calcular total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Pagos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Procesar transacciones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Cliente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Confirmar compra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Soporte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Tickets y soporte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Cliente / Empleado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Resolver dudas</a:t>
                      </a:r>
                      <a:endParaRPr lang="en-US"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31"/>
          <p:cNvSpPr/>
          <p:nvPr/>
        </p:nvSpPr>
        <p:spPr>
          <a:xfrm>
            <a:off x="838200" y="2880197"/>
            <a:ext cx="34015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11384</Words>
  <Application>WPS Presentation</Application>
  <PresentationFormat/>
  <Paragraphs>317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SimSun</vt:lpstr>
      <vt:lpstr>Wingdings</vt:lpstr>
      <vt:lpstr>Arial</vt:lpstr>
      <vt:lpstr>Calibri</vt:lpstr>
      <vt:lpstr>Work Sans</vt:lpstr>
      <vt:lpstr>Work Sans Light</vt:lpstr>
      <vt:lpstr>Microsoft YaHei</vt:lpstr>
      <vt:lpstr>Arial Unicode MS</vt:lpstr>
      <vt:lpstr>Times New Roman</vt:lpstr>
      <vt:lpstr>Cambria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Enrique Pedraza Sanchez</dc:creator>
  <cp:lastModifiedBy>Santiago Pertuz</cp:lastModifiedBy>
  <cp:revision>1</cp:revision>
  <dcterms:created xsi:type="dcterms:W3CDTF">2026-05-29T01:17:26Z</dcterms:created>
  <dcterms:modified xsi:type="dcterms:W3CDTF">2026-05-29T01:17:32Z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705E030C362944838CDB3B4D8AD8BCA0_13</vt:lpwstr>
  </property>
  <property fmtid="{D5CDD505-2E9C-101B-9397-08002B2CF9AE}" pid="10" name="KSOProductBuildVer">
    <vt:lpwstr>3082-12.1.0.26372</vt:lpwstr>
  </property>
</Properties>
</file>