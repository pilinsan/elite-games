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Work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52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5KMX3x7D7WXxZoSZZE4ve80G3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5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WorkSans-regular.fntdata"/><Relationship Id="rId21" Type="http://schemas.openxmlformats.org/officeDocument/2006/relationships/slide" Target="slides/slide16.xml"/><Relationship Id="rId24" Type="http://schemas.openxmlformats.org/officeDocument/2006/relationships/font" Target="fonts/WorkSans-italic.fntdata"/><Relationship Id="rId23" Type="http://schemas.openxmlformats.org/officeDocument/2006/relationships/font" Target="fonts/Work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Work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193f7ba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ed193f7ba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d193f7ba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193f7ba4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ed193f7ba4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d193f7ba4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193f7ba4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d193f7ba4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d193f7ba4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d193f7ba4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ed193f7ba4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d193f7ba4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d193f7ba4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d193f7ba4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d193f7ba4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d193f7ba4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d193f7ba4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d1c4b440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d1c4b440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d1c4b440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ed1c4b440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d1c4b4406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d1c956a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d1c956ad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0cHVvDgFOpsC8_NvTX-MPJLYH9ZXQwO4/edit?usp=drive_link&amp;ouid=104575615573091354146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document/d/10cHVvDgFOpsC8_NvTX-MPJLYH9ZXQwO4/edit?usp=drive_link&amp;ouid=104575615573091354146&amp;rtpof=true&amp;sd=tru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document/d/10cHVvDgFOpsC8_NvTX-MPJLYH9ZXQwO4/edit?usp=drive_link&amp;ouid=104575615573091354146&amp;rtpof=true&amp;sd=tru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document/d/10cHVvDgFOpsC8_NvTX-MPJLYH9ZXQwO4/edit?usp=drive_link&amp;ouid=104575615573091354146&amp;rtpof=true&amp;sd=tru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hyperlink" Target="https://docs.google.com/document/d/1FzRkPfQ6pHnD8ROAf_XFg0hilyCon3MU/edit?usp=drive_link&amp;ouid=104575615573091354146&amp;rtpof=true&amp;sd=tru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hyperlink" Target="https://docs.google.com/spreadsheets/d/160Q_ZnYMqpzxd9M6h05D1FQhRuEy-Uk_/edit?usp=drive_link&amp;ouid=104575615573091354146&amp;rtpof=true&amp;sd=tru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63672" y="2551837"/>
            <a:ext cx="6453600" cy="156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n-U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Elite Games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t/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Angel Galvis Corredor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Santiago Palacio Pertuz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79825" y="5877550"/>
            <a:ext cx="23844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Trimestre i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ite_games_isotipo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9870" y="4379595"/>
            <a:ext cx="2828925" cy="1497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3240241" y="1716743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3604050" y="296875"/>
            <a:ext cx="4983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2192975" y="2761125"/>
            <a:ext cx="8153700" cy="24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US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plataforma web de venta de videojuegos que integre múltiples proveedores como PlayStation, Xbox y PC, permitiendo a los usuarios explorar un catálogo completo, comparar precios, gestionar sus compras y realizar pagos de forma segura, con el fin de centralizar la oferta de juegos en línea y ofrecer una experiencia de compra moderna, confiable y accesible para todos los tipos de gamers.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3467110" y="237565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3240241" y="1716743"/>
            <a:ext cx="5472300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Especifico</a:t>
            </a:r>
            <a:endParaRPr b="1" i="0" sz="6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3739940" y="46050"/>
            <a:ext cx="4983900" cy="20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Especifico</a:t>
            </a:r>
            <a:endParaRPr b="1" i="0" sz="6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123440" y="2268855"/>
            <a:ext cx="8522335" cy="3565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el módulo de catálogo de videojuegos de la plataforma, permitiendo a los proveedores registrar, actualizar y organizar los juegos disponibles por plataforma (PlayStation, Xbox, PC) con su información, precio e imágenes.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el módulo de ventas y pagos dentro de la plataforma, optimizando el proceso de compra de videojuegos mediante métodos de pago seguros que brinden rapidez, confianza y facilidad al gamer.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Administrar el módulo de carrito de compras del sistema, facilitando la selección, modificación y revisión de los juegos elegidos por el usuario antes de finalizar su pedido.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11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y validar el módulo de soporte al cliente de la plataforma, permitiendo registrar, dar seguimiento y resolver los tickets abiertos por los usuarios relacionados con compras, claves de juegos o problemas de acceso.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3466475" y="207466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3239606" y="2142193"/>
            <a:ext cx="5472300" cy="2059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Casos de uso y formato de especificación de casos de uso</a:t>
            </a:r>
            <a:endParaRPr b="1" i="0" sz="3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1" name="Google Shape;131;p6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2" name="Google Shape;132;p6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ed193f7ba4_1_0" title="carrito_pag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500" y="0"/>
            <a:ext cx="7374675" cy="66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ed193f7ba4_1_0"/>
          <p:cNvSpPr txBox="1"/>
          <p:nvPr/>
        </p:nvSpPr>
        <p:spPr>
          <a:xfrm>
            <a:off x="9192000" y="53885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https://docs.google.com/document/d/10cHVvDgFOpsC8_NvTX-MPJLYH9ZXQwO4/edit?usp=drive_link&amp;ouid=104575615573091354146&amp;rtpof=true&amp;sd=true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ed193f7ba4_1_8" title="catalogo_jueg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463" y="152400"/>
            <a:ext cx="6365966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ed193f7ba4_1_8"/>
          <p:cNvSpPr txBox="1"/>
          <p:nvPr/>
        </p:nvSpPr>
        <p:spPr>
          <a:xfrm>
            <a:off x="9192000" y="55959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https://docs.google.com/document/d/10cHVvDgFOpsC8_NvTX-MPJLYH9ZXQwO4/edit?usp=drive_link&amp;ouid=104575615573091354146&amp;rtpof=true&amp;sd=true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ed193f7ba4_1_13" title="gestion_usua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688" y="152400"/>
            <a:ext cx="6365966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ed193f7ba4_1_13"/>
          <p:cNvSpPr txBox="1"/>
          <p:nvPr/>
        </p:nvSpPr>
        <p:spPr>
          <a:xfrm>
            <a:off x="9192000" y="55959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https://docs.google.com/document/d/10cHVvDgFOpsC8_NvTX-MPJLYH9ZXQwO4/edit?usp=drive_link&amp;ouid=104575615573091354146&amp;rtpof=true&amp;sd=true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ed193f7ba4_1_17" title="soporte_pq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0" y="0"/>
            <a:ext cx="6477000" cy="6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ed193f7ba4_1_17"/>
          <p:cNvSpPr txBox="1"/>
          <p:nvPr/>
        </p:nvSpPr>
        <p:spPr>
          <a:xfrm>
            <a:off x="9071200" y="55959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https://docs.google.com/document/d/10cHVvDgFOpsC8_NvTX-MPJLYH9ZXQwO4/edit?usp=drive_link&amp;ouid=104575615573091354146&amp;rtpof=true&amp;sd=true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193f7ba4_1_36"/>
          <p:cNvSpPr txBox="1"/>
          <p:nvPr/>
        </p:nvSpPr>
        <p:spPr>
          <a:xfrm>
            <a:off x="3239600" y="1540173"/>
            <a:ext cx="58749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500">
                <a:solidFill>
                  <a:schemeClr val="lt1"/>
                </a:solidFill>
              </a:rPr>
              <a:t>Formato de informe de costos y análisis de proveedores </a:t>
            </a:r>
            <a:endParaRPr b="1" sz="112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sz="2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i="0" sz="2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6" name="Google Shape;166;g3ed193f7ba4_1_36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7" name="Google Shape;167;g3ed193f7ba4_1_36"/>
          <p:cNvSpPr/>
          <p:nvPr/>
        </p:nvSpPr>
        <p:spPr>
          <a:xfrm>
            <a:off x="3239600" y="3125975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ed193f7ba4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25" y="289875"/>
            <a:ext cx="11906526" cy="46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d193f7ba4_1_44"/>
          <p:cNvSpPr txBox="1"/>
          <p:nvPr/>
        </p:nvSpPr>
        <p:spPr>
          <a:xfrm>
            <a:off x="2954850" y="6057000"/>
            <a:ext cx="62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https://docs.google.com/document/d/1FzRkPfQ6pHnD8ROAf_XFg0hilyCon3MU/edit?usp=drive_link&amp;ouid=104575615573091354146&amp;rtpof=true&amp;sd=true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d1c4b4406_0_1"/>
          <p:cNvSpPr txBox="1"/>
          <p:nvPr/>
        </p:nvSpPr>
        <p:spPr>
          <a:xfrm>
            <a:off x="3298525" y="2779700"/>
            <a:ext cx="557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</a:rPr>
              <a:t>Cotizaciones</a:t>
            </a:r>
            <a:endParaRPr b="1" sz="112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sz="2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i="0" sz="2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80" name="Google Shape;180;g3ed1c4b4406_0_1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1" name="Google Shape;181;g3ed1c4b4406_0_1"/>
          <p:cNvSpPr/>
          <p:nvPr/>
        </p:nvSpPr>
        <p:spPr>
          <a:xfrm>
            <a:off x="3239600" y="3125975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ed1c4b4406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0" y="0"/>
            <a:ext cx="12191999" cy="43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ed1c4b4406_0_16"/>
          <p:cNvSpPr txBox="1"/>
          <p:nvPr/>
        </p:nvSpPr>
        <p:spPr>
          <a:xfrm>
            <a:off x="2867100" y="5332775"/>
            <a:ext cx="64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https://docs.google.com/spreadsheets/d/160Q_ZnYMqpzxd9M6h05D1FQhRuEy-Uk_/edit?usp=drive_link&amp;ouid=104575615573091354146&amp;rtpof=true&amp;sd=true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1c956ad8_0_0"/>
          <p:cNvSpPr txBox="1"/>
          <p:nvPr/>
        </p:nvSpPr>
        <p:spPr>
          <a:xfrm>
            <a:off x="2908800" y="2687500"/>
            <a:ext cx="6374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</a:rPr>
              <a:t>Repositorio</a:t>
            </a:r>
            <a:r>
              <a:rPr b="1" lang="en-US" sz="4800">
                <a:solidFill>
                  <a:schemeClr val="lt1"/>
                </a:solidFill>
              </a:rPr>
              <a:t> </a:t>
            </a:r>
            <a:r>
              <a:rPr b="1" lang="en-US" sz="4800">
                <a:solidFill>
                  <a:schemeClr val="lt1"/>
                </a:solidFill>
              </a:rPr>
              <a:t>Github</a:t>
            </a:r>
            <a:endParaRPr b="1" sz="112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sz="2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i="0" sz="29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94" name="Google Shape;194;g3ed1c956ad8_0_0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5" name="Google Shape;195;g3ed1c956ad8_0_0"/>
          <p:cNvSpPr/>
          <p:nvPr/>
        </p:nvSpPr>
        <p:spPr>
          <a:xfrm>
            <a:off x="3383850" y="3601550"/>
            <a:ext cx="54243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2026-05-29T01:17:26Z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A5768C1851C94C43BFE6F60DBBF7045E_13</vt:lpwstr>
  </property>
  <property fmtid="{D5CDD505-2E9C-101B-9397-08002B2CF9AE}" pid="10" name="KSOProductBuildVer">
    <vt:lpwstr>3082-12.1.0.26372</vt:lpwstr>
  </property>
</Properties>
</file>